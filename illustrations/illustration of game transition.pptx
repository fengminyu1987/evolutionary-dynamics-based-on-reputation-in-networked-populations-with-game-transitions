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46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79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2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22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49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037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76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14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357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47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02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82CA7-5D39-4473-8476-233E7A63F981}" type="datetimeFigureOut">
              <a:rPr lang="zh-CN" altLang="en-US" smtClean="0"/>
              <a:t>2025-08-14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EE72C-95BE-4E3A-AC35-B63DE45A01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82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41316" y="1036937"/>
            <a:ext cx="8420073" cy="4906734"/>
            <a:chOff x="3441316" y="1036937"/>
            <a:chExt cx="8420073" cy="4906734"/>
          </a:xfrm>
        </p:grpSpPr>
        <p:grpSp>
          <p:nvGrpSpPr>
            <p:cNvPr id="15" name="组合 14"/>
            <p:cNvGrpSpPr>
              <a:grpSpLocks noChangeAspect="1"/>
            </p:cNvGrpSpPr>
            <p:nvPr/>
          </p:nvGrpSpPr>
          <p:grpSpPr>
            <a:xfrm rot="4381057">
              <a:off x="3274110" y="2297481"/>
              <a:ext cx="1882412" cy="1548000"/>
              <a:chOff x="3605332" y="2242683"/>
              <a:chExt cx="1221484" cy="1004486"/>
            </a:xfrm>
          </p:grpSpPr>
          <p:sp>
            <p:nvSpPr>
              <p:cNvPr id="6" name="椭圆 5"/>
              <p:cNvSpPr/>
              <p:nvPr/>
            </p:nvSpPr>
            <p:spPr>
              <a:xfrm rot="21197421">
                <a:off x="3605332" y="2242683"/>
                <a:ext cx="287375" cy="273724"/>
              </a:xfrm>
              <a:prstGeom prst="ellipse">
                <a:avLst/>
              </a:prstGeom>
              <a:solidFill>
                <a:srgbClr val="0080FF"/>
              </a:solidFill>
              <a:ln>
                <a:solidFill>
                  <a:srgbClr val="008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7" name="椭圆 6"/>
              <p:cNvSpPr/>
              <p:nvPr/>
            </p:nvSpPr>
            <p:spPr>
              <a:xfrm rot="20915171">
                <a:off x="4539441" y="2973445"/>
                <a:ext cx="287375" cy="273724"/>
              </a:xfrm>
              <a:prstGeom prst="ellipse">
                <a:avLst/>
              </a:prstGeom>
              <a:solidFill>
                <a:srgbClr val="FF6666"/>
              </a:solidFill>
              <a:ln>
                <a:solidFill>
                  <a:srgbClr val="FF66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cxnSp>
            <p:nvCxnSpPr>
              <p:cNvPr id="9" name="直接连接符 8"/>
              <p:cNvCxnSpPr>
                <a:stCxn id="6" idx="5"/>
                <a:endCxn id="7" idx="1"/>
              </p:cNvCxnSpPr>
              <p:nvPr/>
            </p:nvCxnSpPr>
            <p:spPr>
              <a:xfrm rot="17218943" flipH="1">
                <a:off x="4042080" y="2329924"/>
                <a:ext cx="341458" cy="839490"/>
              </a:xfrm>
              <a:prstGeom prst="line">
                <a:avLst/>
              </a:prstGeom>
              <a:ln w="28575">
                <a:solidFill>
                  <a:srgbClr val="55555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矩形 13"/>
                <p:cNvSpPr/>
                <p:nvPr/>
              </p:nvSpPr>
              <p:spPr>
                <a:xfrm>
                  <a:off x="3589211" y="2703519"/>
                  <a:ext cx="676083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11" y="2703519"/>
                  <a:ext cx="676083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/>
            <p:cNvCxnSpPr/>
            <p:nvPr/>
          </p:nvCxnSpPr>
          <p:spPr>
            <a:xfrm rot="-300000" flipV="1">
              <a:off x="4505004" y="1782328"/>
              <a:ext cx="1714500" cy="1266093"/>
            </a:xfrm>
            <a:prstGeom prst="straightConnector1">
              <a:avLst/>
            </a:prstGeom>
            <a:ln w="3810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矩形 20"/>
                <p:cNvSpPr/>
                <p:nvPr/>
              </p:nvSpPr>
              <p:spPr>
                <a:xfrm>
                  <a:off x="6348580" y="1036937"/>
                  <a:ext cx="3243965" cy="9127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21" name="矩形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8580" y="1036937"/>
                  <a:ext cx="3243965" cy="9127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5191324" y="1495853"/>
                  <a:ext cx="655949" cy="5505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324" y="1495853"/>
                  <a:ext cx="655949" cy="55053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箭头连接符 22"/>
            <p:cNvCxnSpPr/>
            <p:nvPr/>
          </p:nvCxnSpPr>
          <p:spPr>
            <a:xfrm>
              <a:off x="4542537" y="3127734"/>
              <a:ext cx="1871590" cy="6134"/>
            </a:xfrm>
            <a:prstGeom prst="straightConnector1">
              <a:avLst/>
            </a:prstGeom>
            <a:ln w="3810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矩形 24"/>
                <p:cNvSpPr/>
                <p:nvPr/>
              </p:nvSpPr>
              <p:spPr>
                <a:xfrm>
                  <a:off x="6343258" y="2577170"/>
                  <a:ext cx="3197414" cy="10604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25" name="矩形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3258" y="2577170"/>
                  <a:ext cx="3197414" cy="106048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5191322" y="2487792"/>
                  <a:ext cx="655949" cy="5989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322" y="2487792"/>
                  <a:ext cx="655949" cy="59894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箭头连接符 26"/>
            <p:cNvCxnSpPr/>
            <p:nvPr/>
          </p:nvCxnSpPr>
          <p:spPr>
            <a:xfrm rot="300000">
              <a:off x="4505005" y="3193032"/>
              <a:ext cx="1714500" cy="1266093"/>
            </a:xfrm>
            <a:prstGeom prst="straightConnector1">
              <a:avLst/>
            </a:prstGeom>
            <a:ln w="38100">
              <a:solidFill>
                <a:srgbClr val="55555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矩形 27"/>
                <p:cNvSpPr/>
                <p:nvPr/>
              </p:nvSpPr>
              <p:spPr>
                <a:xfrm>
                  <a:off x="6251118" y="4309078"/>
                  <a:ext cx="3428374" cy="91198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28" name="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1118" y="4309078"/>
                  <a:ext cx="3428374" cy="91198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5191323" y="4211903"/>
                  <a:ext cx="655949" cy="5501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𝑖𝑚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[1]</m:t>
                            </m:r>
                          </m:sup>
                        </m:sSubSup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323" y="4211903"/>
                  <a:ext cx="655949" cy="5501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8204198" y="1839138"/>
                  <a:ext cx="403957" cy="830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540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198" y="1839138"/>
                  <a:ext cx="403957" cy="83099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8204198" y="3570869"/>
                  <a:ext cx="403957" cy="8309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540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4198" y="3570869"/>
                  <a:ext cx="403957" cy="83099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组合 23"/>
            <p:cNvGrpSpPr/>
            <p:nvPr/>
          </p:nvGrpSpPr>
          <p:grpSpPr>
            <a:xfrm>
              <a:off x="9822740" y="2614008"/>
              <a:ext cx="2038649" cy="1232983"/>
              <a:chOff x="8601000" y="2852201"/>
              <a:chExt cx="2038649" cy="1232983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8615833" y="2944544"/>
                <a:ext cx="320400" cy="319735"/>
              </a:xfrm>
              <a:prstGeom prst="ellipse">
                <a:avLst/>
              </a:prstGeom>
              <a:solidFill>
                <a:srgbClr val="0080FF"/>
              </a:solidFill>
              <a:ln>
                <a:solidFill>
                  <a:srgbClr val="008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5400000">
                <a:off x="8600668" y="3689792"/>
                <a:ext cx="320400" cy="319735"/>
              </a:xfrm>
              <a:prstGeom prst="ellipse">
                <a:avLst/>
              </a:prstGeom>
              <a:solidFill>
                <a:srgbClr val="FF6666"/>
              </a:solidFill>
              <a:ln>
                <a:solidFill>
                  <a:srgbClr val="FF66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8931299" y="2852201"/>
                <a:ext cx="1708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cooperator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9091539" y="3623519"/>
                <a:ext cx="14794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defector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" name="文本框 29"/>
            <p:cNvSpPr txBox="1"/>
            <p:nvPr/>
          </p:nvSpPr>
          <p:spPr>
            <a:xfrm>
              <a:off x="5020405" y="5451228"/>
              <a:ext cx="452803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0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</a:t>
              </a:r>
              <a:r>
                <a:rPr lang="en-US" altLang="zh-CN" sz="2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Rules of game transitions</a:t>
              </a:r>
              <a:endPara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349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zyj</dc:creator>
  <cp:lastModifiedBy>admin</cp:lastModifiedBy>
  <cp:revision>24</cp:revision>
  <dcterms:created xsi:type="dcterms:W3CDTF">2024-04-25T13:21:37Z</dcterms:created>
  <dcterms:modified xsi:type="dcterms:W3CDTF">2025-08-14T01:24:09Z</dcterms:modified>
</cp:coreProperties>
</file>