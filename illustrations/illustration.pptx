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8000663" cy="18000663"/>
  <p:notesSz cx="6858000" cy="9144000"/>
  <p:defaultTextStyle>
    <a:defPPr>
      <a:defRPr lang="zh-CN"/>
    </a:defPPr>
    <a:lvl1pPr marL="0" algn="l" defTabSz="1727988" rtl="0" eaLnBrk="1" latinLnBrk="0" hangingPunct="1">
      <a:defRPr sz="3402" kern="1200">
        <a:solidFill>
          <a:schemeClr val="tx1"/>
        </a:solidFill>
        <a:latin typeface="+mn-lt"/>
        <a:ea typeface="+mn-ea"/>
        <a:cs typeface="+mn-cs"/>
      </a:defRPr>
    </a:lvl1pPr>
    <a:lvl2pPr marL="863994" algn="l" defTabSz="1727988" rtl="0" eaLnBrk="1" latinLnBrk="0" hangingPunct="1">
      <a:defRPr sz="3402" kern="1200">
        <a:solidFill>
          <a:schemeClr val="tx1"/>
        </a:solidFill>
        <a:latin typeface="+mn-lt"/>
        <a:ea typeface="+mn-ea"/>
        <a:cs typeface="+mn-cs"/>
      </a:defRPr>
    </a:lvl2pPr>
    <a:lvl3pPr marL="1727988" algn="l" defTabSz="1727988" rtl="0" eaLnBrk="1" latinLnBrk="0" hangingPunct="1">
      <a:defRPr sz="3402" kern="1200">
        <a:solidFill>
          <a:schemeClr val="tx1"/>
        </a:solidFill>
        <a:latin typeface="+mn-lt"/>
        <a:ea typeface="+mn-ea"/>
        <a:cs typeface="+mn-cs"/>
      </a:defRPr>
    </a:lvl3pPr>
    <a:lvl4pPr marL="2591981" algn="l" defTabSz="1727988" rtl="0" eaLnBrk="1" latinLnBrk="0" hangingPunct="1">
      <a:defRPr sz="3402" kern="1200">
        <a:solidFill>
          <a:schemeClr val="tx1"/>
        </a:solidFill>
        <a:latin typeface="+mn-lt"/>
        <a:ea typeface="+mn-ea"/>
        <a:cs typeface="+mn-cs"/>
      </a:defRPr>
    </a:lvl4pPr>
    <a:lvl5pPr marL="3455975" algn="l" defTabSz="1727988" rtl="0" eaLnBrk="1" latinLnBrk="0" hangingPunct="1">
      <a:defRPr sz="3402" kern="1200">
        <a:solidFill>
          <a:schemeClr val="tx1"/>
        </a:solidFill>
        <a:latin typeface="+mn-lt"/>
        <a:ea typeface="+mn-ea"/>
        <a:cs typeface="+mn-cs"/>
      </a:defRPr>
    </a:lvl5pPr>
    <a:lvl6pPr marL="4319969" algn="l" defTabSz="1727988" rtl="0" eaLnBrk="1" latinLnBrk="0" hangingPunct="1">
      <a:defRPr sz="3402" kern="1200">
        <a:solidFill>
          <a:schemeClr val="tx1"/>
        </a:solidFill>
        <a:latin typeface="+mn-lt"/>
        <a:ea typeface="+mn-ea"/>
        <a:cs typeface="+mn-cs"/>
      </a:defRPr>
    </a:lvl6pPr>
    <a:lvl7pPr marL="5183962" algn="l" defTabSz="1727988" rtl="0" eaLnBrk="1" latinLnBrk="0" hangingPunct="1">
      <a:defRPr sz="3402" kern="1200">
        <a:solidFill>
          <a:schemeClr val="tx1"/>
        </a:solidFill>
        <a:latin typeface="+mn-lt"/>
        <a:ea typeface="+mn-ea"/>
        <a:cs typeface="+mn-cs"/>
      </a:defRPr>
    </a:lvl7pPr>
    <a:lvl8pPr marL="6047956" algn="l" defTabSz="1727988" rtl="0" eaLnBrk="1" latinLnBrk="0" hangingPunct="1">
      <a:defRPr sz="3402" kern="1200">
        <a:solidFill>
          <a:schemeClr val="tx1"/>
        </a:solidFill>
        <a:latin typeface="+mn-lt"/>
        <a:ea typeface="+mn-ea"/>
        <a:cs typeface="+mn-cs"/>
      </a:defRPr>
    </a:lvl8pPr>
    <a:lvl9pPr marL="6911950" algn="l" defTabSz="1727988" rtl="0" eaLnBrk="1" latinLnBrk="0" hangingPunct="1">
      <a:defRPr sz="340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669" userDrawn="1">
          <p15:clr>
            <a:srgbClr val="A4A3A4"/>
          </p15:clr>
        </p15:guide>
        <p15:guide id="2" pos="5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96" y="-1018"/>
      </p:cViewPr>
      <p:guideLst>
        <p:guide orient="horz" pos="5669"/>
        <p:guide pos="56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0050" y="2945943"/>
            <a:ext cx="15300564" cy="6266897"/>
          </a:xfrm>
        </p:spPr>
        <p:txBody>
          <a:bodyPr anchor="b"/>
          <a:lstStyle>
            <a:lvl1pPr algn="ctr">
              <a:defRPr sz="11812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9454516"/>
            <a:ext cx="13500497" cy="4345992"/>
          </a:xfrm>
        </p:spPr>
        <p:txBody>
          <a:bodyPr/>
          <a:lstStyle>
            <a:lvl1pPr marL="0" indent="0" algn="ctr">
              <a:buNone/>
              <a:defRPr sz="4725"/>
            </a:lvl1pPr>
            <a:lvl2pPr marL="900044" indent="0" algn="ctr">
              <a:buNone/>
              <a:defRPr sz="3937"/>
            </a:lvl2pPr>
            <a:lvl3pPr marL="1800088" indent="0" algn="ctr">
              <a:buNone/>
              <a:defRPr sz="3543"/>
            </a:lvl3pPr>
            <a:lvl4pPr marL="2700132" indent="0" algn="ctr">
              <a:buNone/>
              <a:defRPr sz="3150"/>
            </a:lvl4pPr>
            <a:lvl5pPr marL="3600176" indent="0" algn="ctr">
              <a:buNone/>
              <a:defRPr sz="3150"/>
            </a:lvl5pPr>
            <a:lvl6pPr marL="4500220" indent="0" algn="ctr">
              <a:buNone/>
              <a:defRPr sz="3150"/>
            </a:lvl6pPr>
            <a:lvl7pPr marL="5400264" indent="0" algn="ctr">
              <a:buNone/>
              <a:defRPr sz="3150"/>
            </a:lvl7pPr>
            <a:lvl8pPr marL="6300307" indent="0" algn="ctr">
              <a:buNone/>
              <a:defRPr sz="3150"/>
            </a:lvl8pPr>
            <a:lvl9pPr marL="7200351" indent="0" algn="ctr">
              <a:buNone/>
              <a:defRPr sz="315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14266-4DB4-424E-836F-CCC704B04A7C}" type="datetimeFigureOut">
              <a:rPr lang="zh-CN" altLang="en-US" smtClean="0"/>
              <a:t>2025-08-14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C80F9-A06D-4C5A-B236-D5ABF7C1A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1920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14266-4DB4-424E-836F-CCC704B04A7C}" type="datetimeFigureOut">
              <a:rPr lang="zh-CN" altLang="en-US" smtClean="0"/>
              <a:t>2025-08-14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C80F9-A06D-4C5A-B236-D5ABF7C1A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6994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1" y="4487671"/>
            <a:ext cx="15525572" cy="7487774"/>
          </a:xfrm>
        </p:spPr>
        <p:txBody>
          <a:bodyPr anchor="b"/>
          <a:lstStyle>
            <a:lvl1pPr>
              <a:defRPr sz="11812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1" y="12046282"/>
            <a:ext cx="15525572" cy="3937644"/>
          </a:xfrm>
        </p:spPr>
        <p:txBody>
          <a:bodyPr/>
          <a:lstStyle>
            <a:lvl1pPr marL="0" indent="0">
              <a:buNone/>
              <a:defRPr sz="4725">
                <a:solidFill>
                  <a:schemeClr val="tx1"/>
                </a:solidFill>
              </a:defRPr>
            </a:lvl1pPr>
            <a:lvl2pPr marL="900044" indent="0">
              <a:buNone/>
              <a:defRPr sz="3937">
                <a:solidFill>
                  <a:schemeClr val="tx1">
                    <a:tint val="75000"/>
                  </a:schemeClr>
                </a:solidFill>
              </a:defRPr>
            </a:lvl2pPr>
            <a:lvl3pPr marL="1800088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3pPr>
            <a:lvl4pPr marL="2700132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4pPr>
            <a:lvl5pPr marL="3600176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5pPr>
            <a:lvl6pPr marL="4500220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6pPr>
            <a:lvl7pPr marL="5400264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7pPr>
            <a:lvl8pPr marL="6300307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8pPr>
            <a:lvl9pPr marL="7200351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14266-4DB4-424E-836F-CCC704B04A7C}" type="datetimeFigureOut">
              <a:rPr lang="zh-CN" altLang="en-US" smtClean="0"/>
              <a:t>2025-08-14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C80F9-A06D-4C5A-B236-D5ABF7C1A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868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4791843"/>
            <a:ext cx="7650282" cy="1142125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4791843"/>
            <a:ext cx="7650282" cy="1142125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14266-4DB4-424E-836F-CCC704B04A7C}" type="datetimeFigureOut">
              <a:rPr lang="zh-CN" altLang="en-US" smtClean="0"/>
              <a:t>2025-08-14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C80F9-A06D-4C5A-B236-D5ABF7C1A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583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958373"/>
            <a:ext cx="15525572" cy="347929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2" y="4412664"/>
            <a:ext cx="7615123" cy="2162578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2" y="6575242"/>
            <a:ext cx="7615123" cy="9671191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7" y="4412664"/>
            <a:ext cx="7652626" cy="2162578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7" y="6575242"/>
            <a:ext cx="7652626" cy="9671191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14266-4DB4-424E-836F-CCC704B04A7C}" type="datetimeFigureOut">
              <a:rPr lang="zh-CN" altLang="en-US" smtClean="0"/>
              <a:t>2025-08-14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C80F9-A06D-4C5A-B236-D5ABF7C1A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578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14266-4DB4-424E-836F-CCC704B04A7C}" type="datetimeFigureOut">
              <a:rPr lang="zh-CN" altLang="en-US" smtClean="0"/>
              <a:t>2025-08-14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C80F9-A06D-4C5A-B236-D5ABF7C1A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8177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14266-4DB4-424E-836F-CCC704B04A7C}" type="datetimeFigureOut">
              <a:rPr lang="zh-CN" altLang="en-US" smtClean="0"/>
              <a:t>2025-08-14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C80F9-A06D-4C5A-B236-D5ABF7C1A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6561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200044"/>
            <a:ext cx="5805682" cy="4200155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2591766"/>
            <a:ext cx="9112836" cy="12792138"/>
          </a:xfrm>
        </p:spPr>
        <p:txBody>
          <a:bodyPr/>
          <a:lstStyle>
            <a:lvl1pPr>
              <a:defRPr sz="6300"/>
            </a:lvl1pPr>
            <a:lvl2pPr>
              <a:defRPr sz="5512"/>
            </a:lvl2pPr>
            <a:lvl3pPr>
              <a:defRPr sz="4725"/>
            </a:lvl3pPr>
            <a:lvl4pPr>
              <a:defRPr sz="3937"/>
            </a:lvl4pPr>
            <a:lvl5pPr>
              <a:defRPr sz="3937"/>
            </a:lvl5pPr>
            <a:lvl6pPr>
              <a:defRPr sz="3937"/>
            </a:lvl6pPr>
            <a:lvl7pPr>
              <a:defRPr sz="3937"/>
            </a:lvl7pPr>
            <a:lvl8pPr>
              <a:defRPr sz="3937"/>
            </a:lvl8pPr>
            <a:lvl9pPr>
              <a:defRPr sz="3937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5400199"/>
            <a:ext cx="5805682" cy="10004536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14266-4DB4-424E-836F-CCC704B04A7C}" type="datetimeFigureOut">
              <a:rPr lang="zh-CN" altLang="en-US" smtClean="0"/>
              <a:t>2025-08-14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C80F9-A06D-4C5A-B236-D5ABF7C1A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239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200044"/>
            <a:ext cx="5805682" cy="4200155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2591766"/>
            <a:ext cx="9112836" cy="12792138"/>
          </a:xfrm>
        </p:spPr>
        <p:txBody>
          <a:bodyPr anchor="t"/>
          <a:lstStyle>
            <a:lvl1pPr marL="0" indent="0">
              <a:buNone/>
              <a:defRPr sz="6300"/>
            </a:lvl1pPr>
            <a:lvl2pPr marL="900044" indent="0">
              <a:buNone/>
              <a:defRPr sz="5512"/>
            </a:lvl2pPr>
            <a:lvl3pPr marL="1800088" indent="0">
              <a:buNone/>
              <a:defRPr sz="4725"/>
            </a:lvl3pPr>
            <a:lvl4pPr marL="2700132" indent="0">
              <a:buNone/>
              <a:defRPr sz="3937"/>
            </a:lvl4pPr>
            <a:lvl5pPr marL="3600176" indent="0">
              <a:buNone/>
              <a:defRPr sz="3937"/>
            </a:lvl5pPr>
            <a:lvl6pPr marL="4500220" indent="0">
              <a:buNone/>
              <a:defRPr sz="3937"/>
            </a:lvl6pPr>
            <a:lvl7pPr marL="5400264" indent="0">
              <a:buNone/>
              <a:defRPr sz="3937"/>
            </a:lvl7pPr>
            <a:lvl8pPr marL="6300307" indent="0">
              <a:buNone/>
              <a:defRPr sz="3937"/>
            </a:lvl8pPr>
            <a:lvl9pPr marL="7200351" indent="0">
              <a:buNone/>
              <a:defRPr sz="3937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5400199"/>
            <a:ext cx="5805682" cy="10004536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14266-4DB4-424E-836F-CCC704B04A7C}" type="datetimeFigureOut">
              <a:rPr lang="zh-CN" altLang="en-US" smtClean="0"/>
              <a:t>2025-08-14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C80F9-A06D-4C5A-B236-D5ABF7C1A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7206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14266-4DB4-424E-836F-CCC704B04A7C}" type="datetimeFigureOut">
              <a:rPr lang="zh-CN" altLang="en-US" smtClean="0"/>
              <a:t>2025-08-14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C80F9-A06D-4C5A-B236-D5ABF7C1A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8205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5" y="958369"/>
            <a:ext cx="3881393" cy="1525473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6" y="958369"/>
            <a:ext cx="11419171" cy="1525473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14266-4DB4-424E-836F-CCC704B04A7C}" type="datetimeFigureOut">
              <a:rPr lang="zh-CN" altLang="en-US" smtClean="0"/>
              <a:t>2025-08-14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C80F9-A06D-4C5A-B236-D5ABF7C1A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2548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958373"/>
            <a:ext cx="15525572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4791843"/>
            <a:ext cx="15525572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6683952"/>
            <a:ext cx="4050149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14266-4DB4-424E-836F-CCC704B04A7C}" type="datetimeFigureOut">
              <a:rPr lang="zh-CN" altLang="en-US" smtClean="0"/>
              <a:t>2025-08-14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6683952"/>
            <a:ext cx="6075224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6683952"/>
            <a:ext cx="4050149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C80F9-A06D-4C5A-B236-D5ABF7C1A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2484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800088" rtl="0" eaLnBrk="1" latinLnBrk="0" hangingPunct="1">
        <a:lnSpc>
          <a:spcPct val="90000"/>
        </a:lnSpc>
        <a:spcBef>
          <a:spcPct val="0"/>
        </a:spcBef>
        <a:buNone/>
        <a:defRPr sz="86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0022" indent="-450022" algn="l" defTabSz="1800088" rtl="0" eaLnBrk="1" latinLnBrk="0" hangingPunct="1">
        <a:lnSpc>
          <a:spcPct val="90000"/>
        </a:lnSpc>
        <a:spcBef>
          <a:spcPts val="1969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1pPr>
      <a:lvl2pPr marL="1350066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250110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937" kern="1200">
          <a:solidFill>
            <a:schemeClr val="tx1"/>
          </a:solidFill>
          <a:latin typeface="+mn-lt"/>
          <a:ea typeface="+mn-ea"/>
          <a:cs typeface="+mn-cs"/>
        </a:defRPr>
      </a:lvl3pPr>
      <a:lvl4pPr marL="3150154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4050198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950242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850285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750329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650373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1pPr>
      <a:lvl2pPr marL="90004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800088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700132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3600176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50022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40026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300307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200351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4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4572917" y="1735364"/>
            <a:ext cx="8420073" cy="4906734"/>
            <a:chOff x="3441316" y="1036937"/>
            <a:chExt cx="8420073" cy="4906734"/>
          </a:xfrm>
        </p:grpSpPr>
        <p:grpSp>
          <p:nvGrpSpPr>
            <p:cNvPr id="32" name="组合 31"/>
            <p:cNvGrpSpPr>
              <a:grpSpLocks noChangeAspect="1"/>
            </p:cNvGrpSpPr>
            <p:nvPr/>
          </p:nvGrpSpPr>
          <p:grpSpPr>
            <a:xfrm rot="4381057">
              <a:off x="3274110" y="2297481"/>
              <a:ext cx="1882412" cy="1548000"/>
              <a:chOff x="3605332" y="2242683"/>
              <a:chExt cx="1221484" cy="1004486"/>
            </a:xfrm>
          </p:grpSpPr>
          <p:sp>
            <p:nvSpPr>
              <p:cNvPr id="51" name="椭圆 50"/>
              <p:cNvSpPr/>
              <p:nvPr/>
            </p:nvSpPr>
            <p:spPr>
              <a:xfrm rot="21197421">
                <a:off x="3605332" y="2242683"/>
                <a:ext cx="287375" cy="273724"/>
              </a:xfrm>
              <a:prstGeom prst="ellipse">
                <a:avLst/>
              </a:prstGeom>
              <a:solidFill>
                <a:srgbClr val="0080FF"/>
              </a:solidFill>
              <a:ln>
                <a:solidFill>
                  <a:srgbClr val="008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52" name="椭圆 51"/>
              <p:cNvSpPr/>
              <p:nvPr/>
            </p:nvSpPr>
            <p:spPr>
              <a:xfrm rot="20915171">
                <a:off x="4539441" y="2973445"/>
                <a:ext cx="287375" cy="273724"/>
              </a:xfrm>
              <a:prstGeom prst="ellipse">
                <a:avLst/>
              </a:prstGeom>
              <a:solidFill>
                <a:srgbClr val="FF6666"/>
              </a:solidFill>
              <a:ln>
                <a:solidFill>
                  <a:srgbClr val="FF66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cxnSp>
            <p:nvCxnSpPr>
              <p:cNvPr id="53" name="直接连接符 52"/>
              <p:cNvCxnSpPr>
                <a:stCxn id="51" idx="5"/>
                <a:endCxn id="52" idx="1"/>
              </p:cNvCxnSpPr>
              <p:nvPr/>
            </p:nvCxnSpPr>
            <p:spPr>
              <a:xfrm rot="17218943" flipH="1">
                <a:off x="4042080" y="2329924"/>
                <a:ext cx="341458" cy="839490"/>
              </a:xfrm>
              <a:prstGeom prst="line">
                <a:avLst/>
              </a:prstGeom>
              <a:ln w="28575">
                <a:solidFill>
                  <a:srgbClr val="55555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矩形 32"/>
                <p:cNvSpPr/>
                <p:nvPr/>
              </p:nvSpPr>
              <p:spPr>
                <a:xfrm>
                  <a:off x="3589211" y="2703519"/>
                  <a:ext cx="67608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>
            <p:sp>
              <p:nvSpPr>
                <p:cNvPr id="33" name="矩形 3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9211" y="2703519"/>
                  <a:ext cx="67608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直接箭头连接符 33"/>
            <p:cNvCxnSpPr/>
            <p:nvPr/>
          </p:nvCxnSpPr>
          <p:spPr>
            <a:xfrm rot="-300000" flipV="1">
              <a:off x="4505004" y="1782328"/>
              <a:ext cx="1714500" cy="1266093"/>
            </a:xfrm>
            <a:prstGeom prst="straightConnector1">
              <a:avLst/>
            </a:prstGeom>
            <a:ln w="38100">
              <a:solidFill>
                <a:srgbClr val="55555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矩形 34"/>
                <p:cNvSpPr/>
                <p:nvPr/>
              </p:nvSpPr>
              <p:spPr>
                <a:xfrm>
                  <a:off x="6348580" y="1036937"/>
                  <a:ext cx="3243965" cy="91275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>
            <p:sp>
              <p:nvSpPr>
                <p:cNvPr id="35" name="矩形 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8580" y="1036937"/>
                  <a:ext cx="3243965" cy="91275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文本框 35"/>
                <p:cNvSpPr txBox="1"/>
                <p:nvPr/>
              </p:nvSpPr>
              <p:spPr>
                <a:xfrm>
                  <a:off x="5191324" y="1495853"/>
                  <a:ext cx="655949" cy="55053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[1]</m:t>
                            </m:r>
                          </m:sup>
                        </m:sSubSup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>
            <p:sp>
              <p:nvSpPr>
                <p:cNvPr id="36" name="文本框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1324" y="1495853"/>
                  <a:ext cx="655949" cy="55053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直接箭头连接符 36"/>
            <p:cNvCxnSpPr/>
            <p:nvPr/>
          </p:nvCxnSpPr>
          <p:spPr>
            <a:xfrm>
              <a:off x="4542537" y="3127734"/>
              <a:ext cx="1871590" cy="6134"/>
            </a:xfrm>
            <a:prstGeom prst="straightConnector1">
              <a:avLst/>
            </a:prstGeom>
            <a:ln w="38100">
              <a:solidFill>
                <a:srgbClr val="55555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矩形 37"/>
                <p:cNvSpPr/>
                <p:nvPr/>
              </p:nvSpPr>
              <p:spPr>
                <a:xfrm>
                  <a:off x="6343258" y="2577170"/>
                  <a:ext cx="3197414" cy="106048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>
            <p:sp>
              <p:nvSpPr>
                <p:cNvPr id="38" name="矩形 3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3258" y="2577170"/>
                  <a:ext cx="3197414" cy="106048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文本框 38"/>
                <p:cNvSpPr txBox="1"/>
                <p:nvPr/>
              </p:nvSpPr>
              <p:spPr>
                <a:xfrm>
                  <a:off x="5191322" y="2487792"/>
                  <a:ext cx="655949" cy="5989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[1]</m:t>
                            </m:r>
                          </m:sup>
                        </m:sSubSup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>
            <p:sp>
              <p:nvSpPr>
                <p:cNvPr id="39" name="文本框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1322" y="2487792"/>
                  <a:ext cx="655949" cy="59894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直接箭头连接符 39"/>
            <p:cNvCxnSpPr/>
            <p:nvPr/>
          </p:nvCxnSpPr>
          <p:spPr>
            <a:xfrm rot="300000">
              <a:off x="4505005" y="3193032"/>
              <a:ext cx="1714500" cy="1266093"/>
            </a:xfrm>
            <a:prstGeom prst="straightConnector1">
              <a:avLst/>
            </a:prstGeom>
            <a:ln w="38100">
              <a:solidFill>
                <a:srgbClr val="55555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矩形 40"/>
                <p:cNvSpPr/>
                <p:nvPr/>
              </p:nvSpPr>
              <p:spPr>
                <a:xfrm>
                  <a:off x="6251118" y="4309078"/>
                  <a:ext cx="3428374" cy="91198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>
            <p:sp>
              <p:nvSpPr>
                <p:cNvPr id="41" name="矩形 4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1118" y="4309078"/>
                  <a:ext cx="3428374" cy="91198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文本框 41"/>
                <p:cNvSpPr txBox="1"/>
                <p:nvPr/>
              </p:nvSpPr>
              <p:spPr>
                <a:xfrm>
                  <a:off x="5191323" y="4211903"/>
                  <a:ext cx="655949" cy="55015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𝑖𝑚</m:t>
                            </m:r>
                          </m:sub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[1]</m:t>
                            </m:r>
                          </m:sup>
                        </m:sSubSup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>
            <p:sp>
              <p:nvSpPr>
                <p:cNvPr id="42" name="文本框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1323" y="4211903"/>
                  <a:ext cx="655949" cy="55015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文本框 42"/>
                <p:cNvSpPr txBox="1"/>
                <p:nvPr/>
              </p:nvSpPr>
              <p:spPr>
                <a:xfrm>
                  <a:off x="8204198" y="1839138"/>
                  <a:ext cx="403957" cy="83099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5400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zh-CN" altLang="en-US" sz="3600" dirty="0"/>
                </a:p>
              </p:txBody>
            </p:sp>
          </mc:Choice>
          <mc:Fallback>
            <p:sp>
              <p:nvSpPr>
                <p:cNvPr id="43" name="文本框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4198" y="1839138"/>
                  <a:ext cx="403957" cy="83099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文本框 43"/>
                <p:cNvSpPr txBox="1"/>
                <p:nvPr/>
              </p:nvSpPr>
              <p:spPr>
                <a:xfrm>
                  <a:off x="8204198" y="3570869"/>
                  <a:ext cx="403957" cy="83099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5400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zh-CN" altLang="en-US" sz="3600" dirty="0"/>
                </a:p>
              </p:txBody>
            </p:sp>
          </mc:Choice>
          <mc:Fallback>
            <p:sp>
              <p:nvSpPr>
                <p:cNvPr id="44" name="文本框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4198" y="3570869"/>
                  <a:ext cx="403957" cy="83099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5" name="组合 44"/>
            <p:cNvGrpSpPr/>
            <p:nvPr/>
          </p:nvGrpSpPr>
          <p:grpSpPr>
            <a:xfrm>
              <a:off x="9822740" y="2614008"/>
              <a:ext cx="2038649" cy="1232983"/>
              <a:chOff x="8601000" y="2852201"/>
              <a:chExt cx="2038649" cy="1232983"/>
            </a:xfrm>
          </p:grpSpPr>
          <p:sp>
            <p:nvSpPr>
              <p:cNvPr id="47" name="椭圆 46"/>
              <p:cNvSpPr/>
              <p:nvPr/>
            </p:nvSpPr>
            <p:spPr>
              <a:xfrm>
                <a:off x="8615833" y="2944544"/>
                <a:ext cx="320400" cy="319735"/>
              </a:xfrm>
              <a:prstGeom prst="ellipse">
                <a:avLst/>
              </a:prstGeom>
              <a:solidFill>
                <a:srgbClr val="0080FF"/>
              </a:solidFill>
              <a:ln>
                <a:solidFill>
                  <a:srgbClr val="008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椭圆 47"/>
              <p:cNvSpPr/>
              <p:nvPr/>
            </p:nvSpPr>
            <p:spPr>
              <a:xfrm rot="5400000">
                <a:off x="8600668" y="3689792"/>
                <a:ext cx="320400" cy="319735"/>
              </a:xfrm>
              <a:prstGeom prst="ellipse">
                <a:avLst/>
              </a:prstGeom>
              <a:solidFill>
                <a:srgbClr val="FF6666"/>
              </a:solidFill>
              <a:ln>
                <a:solidFill>
                  <a:srgbClr val="FF66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8931299" y="2852201"/>
                <a:ext cx="17083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cooperator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9091539" y="3623519"/>
                <a:ext cx="147947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defector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6" name="文本框 45"/>
            <p:cNvSpPr txBox="1"/>
            <p:nvPr/>
          </p:nvSpPr>
          <p:spPr>
            <a:xfrm>
              <a:off x="5020405" y="5451228"/>
              <a:ext cx="452803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60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 </a:t>
              </a:r>
              <a:r>
                <a:rPr lang="en-US" altLang="zh-CN" sz="2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Rules of game transitions</a:t>
              </a:r>
              <a:endPara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2" name="组合 111"/>
          <p:cNvGrpSpPr/>
          <p:nvPr/>
        </p:nvGrpSpPr>
        <p:grpSpPr>
          <a:xfrm>
            <a:off x="779478" y="6801157"/>
            <a:ext cx="7419346" cy="2781001"/>
            <a:chOff x="779478" y="6801157"/>
            <a:chExt cx="7419346" cy="2781001"/>
          </a:xfrm>
        </p:grpSpPr>
        <p:sp>
          <p:nvSpPr>
            <p:cNvPr id="55" name="椭圆 54"/>
            <p:cNvSpPr/>
            <p:nvPr/>
          </p:nvSpPr>
          <p:spPr>
            <a:xfrm rot="20312070">
              <a:off x="779478" y="6933483"/>
              <a:ext cx="3273236" cy="1506943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prstDash val="lg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6" name="组合 55"/>
            <p:cNvGrpSpPr/>
            <p:nvPr/>
          </p:nvGrpSpPr>
          <p:grpSpPr>
            <a:xfrm>
              <a:off x="1448601" y="6801157"/>
              <a:ext cx="6750223" cy="2781001"/>
              <a:chOff x="3444474" y="543889"/>
              <a:chExt cx="6750223" cy="2781001"/>
            </a:xfrm>
          </p:grpSpPr>
          <p:grpSp>
            <p:nvGrpSpPr>
              <p:cNvPr id="61" name="组合 60"/>
              <p:cNvGrpSpPr/>
              <p:nvPr/>
            </p:nvGrpSpPr>
            <p:grpSpPr>
              <a:xfrm>
                <a:off x="3444474" y="711083"/>
                <a:ext cx="3562707" cy="2559325"/>
                <a:chOff x="3220538" y="1313412"/>
                <a:chExt cx="5453926" cy="3975282"/>
              </a:xfrm>
            </p:grpSpPr>
            <p:grpSp>
              <p:nvGrpSpPr>
                <p:cNvPr id="64" name="组合 63"/>
                <p:cNvGrpSpPr/>
                <p:nvPr/>
              </p:nvGrpSpPr>
              <p:grpSpPr>
                <a:xfrm>
                  <a:off x="3220538" y="1313412"/>
                  <a:ext cx="4252604" cy="3975282"/>
                  <a:chOff x="1661746" y="1831730"/>
                  <a:chExt cx="3399692" cy="3288323"/>
                </a:xfrm>
              </p:grpSpPr>
              <p:sp>
                <p:nvSpPr>
                  <p:cNvPr id="67" name="椭圆 66"/>
                  <p:cNvSpPr/>
                  <p:nvPr/>
                </p:nvSpPr>
                <p:spPr>
                  <a:xfrm>
                    <a:off x="1661746" y="2470638"/>
                    <a:ext cx="351692" cy="351692"/>
                  </a:xfrm>
                  <a:prstGeom prst="ellipse">
                    <a:avLst/>
                  </a:prstGeom>
                  <a:solidFill>
                    <a:srgbClr val="0080FF"/>
                  </a:solidFill>
                  <a:ln>
                    <a:solidFill>
                      <a:srgbClr val="0080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" name="椭圆 67"/>
                  <p:cNvSpPr/>
                  <p:nvPr/>
                </p:nvSpPr>
                <p:spPr>
                  <a:xfrm>
                    <a:off x="2692535" y="1831730"/>
                    <a:ext cx="351692" cy="351692"/>
                  </a:xfrm>
                  <a:prstGeom prst="ellipse">
                    <a:avLst/>
                  </a:prstGeom>
                  <a:solidFill>
                    <a:srgbClr val="0080FF"/>
                  </a:solidFill>
                  <a:ln>
                    <a:solidFill>
                      <a:srgbClr val="0080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9" name="椭圆 68"/>
                  <p:cNvSpPr/>
                  <p:nvPr/>
                </p:nvSpPr>
                <p:spPr>
                  <a:xfrm>
                    <a:off x="2845776" y="3109543"/>
                    <a:ext cx="351692" cy="351692"/>
                  </a:xfrm>
                  <a:prstGeom prst="ellipse">
                    <a:avLst/>
                  </a:prstGeom>
                  <a:solidFill>
                    <a:srgbClr val="0080FF"/>
                  </a:solidFill>
                  <a:ln>
                    <a:solidFill>
                      <a:srgbClr val="0080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0" name="椭圆 69"/>
                  <p:cNvSpPr/>
                  <p:nvPr/>
                </p:nvSpPr>
                <p:spPr>
                  <a:xfrm>
                    <a:off x="3868616" y="2554374"/>
                    <a:ext cx="351692" cy="351692"/>
                  </a:xfrm>
                  <a:prstGeom prst="ellipse">
                    <a:avLst/>
                  </a:prstGeom>
                  <a:solidFill>
                    <a:srgbClr val="0080FF"/>
                  </a:solidFill>
                  <a:ln>
                    <a:solidFill>
                      <a:srgbClr val="0080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" name="椭圆 70"/>
                  <p:cNvSpPr/>
                  <p:nvPr/>
                </p:nvSpPr>
                <p:spPr>
                  <a:xfrm>
                    <a:off x="1820008" y="3417276"/>
                    <a:ext cx="351692" cy="351692"/>
                  </a:xfrm>
                  <a:prstGeom prst="ellipse">
                    <a:avLst/>
                  </a:prstGeom>
                  <a:solidFill>
                    <a:srgbClr val="0080FF"/>
                  </a:solidFill>
                  <a:ln>
                    <a:solidFill>
                      <a:srgbClr val="0080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2" name="椭圆 71"/>
                  <p:cNvSpPr/>
                  <p:nvPr/>
                </p:nvSpPr>
                <p:spPr>
                  <a:xfrm>
                    <a:off x="4220308" y="3780690"/>
                    <a:ext cx="351692" cy="351692"/>
                  </a:xfrm>
                  <a:prstGeom prst="ellipse">
                    <a:avLst/>
                  </a:prstGeom>
                  <a:solidFill>
                    <a:srgbClr val="0080FF"/>
                  </a:solidFill>
                  <a:ln>
                    <a:solidFill>
                      <a:srgbClr val="0080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3" name="椭圆 72"/>
                  <p:cNvSpPr/>
                  <p:nvPr/>
                </p:nvSpPr>
                <p:spPr>
                  <a:xfrm>
                    <a:off x="3053861" y="4768361"/>
                    <a:ext cx="351692" cy="351692"/>
                  </a:xfrm>
                  <a:prstGeom prst="ellipse">
                    <a:avLst/>
                  </a:prstGeom>
                  <a:solidFill>
                    <a:srgbClr val="0080FF"/>
                  </a:solidFill>
                  <a:ln>
                    <a:solidFill>
                      <a:srgbClr val="0080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" name="椭圆 73"/>
                  <p:cNvSpPr/>
                  <p:nvPr/>
                </p:nvSpPr>
                <p:spPr>
                  <a:xfrm>
                    <a:off x="2036884" y="4249615"/>
                    <a:ext cx="351692" cy="351692"/>
                  </a:xfrm>
                  <a:prstGeom prst="ellipse">
                    <a:avLst/>
                  </a:prstGeom>
                  <a:solidFill>
                    <a:srgbClr val="FF6666"/>
                  </a:solidFill>
                  <a:ln>
                    <a:solidFill>
                      <a:srgbClr val="FF666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" name="椭圆 74"/>
                  <p:cNvSpPr/>
                  <p:nvPr/>
                </p:nvSpPr>
                <p:spPr>
                  <a:xfrm>
                    <a:off x="4709746" y="3235569"/>
                    <a:ext cx="351692" cy="351692"/>
                  </a:xfrm>
                  <a:prstGeom prst="ellipse">
                    <a:avLst/>
                  </a:prstGeom>
                  <a:solidFill>
                    <a:srgbClr val="FF6666"/>
                  </a:solidFill>
                  <a:ln>
                    <a:solidFill>
                      <a:srgbClr val="FF666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76" name="直接连接符 75"/>
                  <p:cNvCxnSpPr>
                    <a:stCxn id="67" idx="7"/>
                    <a:endCxn id="68" idx="2"/>
                  </p:cNvCxnSpPr>
                  <p:nvPr/>
                </p:nvCxnSpPr>
                <p:spPr>
                  <a:xfrm flipV="1">
                    <a:off x="1961934" y="2007576"/>
                    <a:ext cx="730601" cy="514567"/>
                  </a:xfrm>
                  <a:prstGeom prst="line">
                    <a:avLst/>
                  </a:prstGeom>
                  <a:ln w="38100">
                    <a:solidFill>
                      <a:srgbClr val="FFD966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" name="直接连接符 76"/>
                  <p:cNvCxnSpPr>
                    <a:stCxn id="68" idx="6"/>
                    <a:endCxn id="70" idx="1"/>
                  </p:cNvCxnSpPr>
                  <p:nvPr/>
                </p:nvCxnSpPr>
                <p:spPr>
                  <a:xfrm>
                    <a:off x="3044227" y="2007576"/>
                    <a:ext cx="875893" cy="598302"/>
                  </a:xfrm>
                  <a:prstGeom prst="line">
                    <a:avLst/>
                  </a:prstGeom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直接连接符 77"/>
                  <p:cNvCxnSpPr>
                    <a:stCxn id="69" idx="2"/>
                    <a:endCxn id="71" idx="6"/>
                  </p:cNvCxnSpPr>
                  <p:nvPr/>
                </p:nvCxnSpPr>
                <p:spPr>
                  <a:xfrm flipH="1">
                    <a:off x="2171700" y="3285389"/>
                    <a:ext cx="674076" cy="307733"/>
                  </a:xfrm>
                  <a:prstGeom prst="line">
                    <a:avLst/>
                  </a:prstGeom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直接连接符 78"/>
                  <p:cNvCxnSpPr/>
                  <p:nvPr/>
                </p:nvCxnSpPr>
                <p:spPr>
                  <a:xfrm>
                    <a:off x="1871512" y="2834054"/>
                    <a:ext cx="158262" cy="594946"/>
                  </a:xfrm>
                  <a:prstGeom prst="line">
                    <a:avLst/>
                  </a:prstGeom>
                  <a:ln w="38100">
                    <a:solidFill>
                      <a:srgbClr val="FFD966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直接连接符 79"/>
                  <p:cNvCxnSpPr>
                    <a:stCxn id="73" idx="0"/>
                    <a:endCxn id="69" idx="4"/>
                  </p:cNvCxnSpPr>
                  <p:nvPr/>
                </p:nvCxnSpPr>
                <p:spPr>
                  <a:xfrm flipH="1" flipV="1">
                    <a:off x="3021622" y="3461235"/>
                    <a:ext cx="208085" cy="1307126"/>
                  </a:xfrm>
                  <a:prstGeom prst="line">
                    <a:avLst/>
                  </a:prstGeom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直接连接符 80"/>
                  <p:cNvCxnSpPr>
                    <a:stCxn id="74" idx="6"/>
                    <a:endCxn id="73" idx="2"/>
                  </p:cNvCxnSpPr>
                  <p:nvPr/>
                </p:nvCxnSpPr>
                <p:spPr>
                  <a:xfrm>
                    <a:off x="2388576" y="4425461"/>
                    <a:ext cx="665285" cy="518746"/>
                  </a:xfrm>
                  <a:prstGeom prst="line">
                    <a:avLst/>
                  </a:prstGeom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直接连接符 81"/>
                  <p:cNvCxnSpPr>
                    <a:stCxn id="72" idx="7"/>
                    <a:endCxn id="75" idx="4"/>
                  </p:cNvCxnSpPr>
                  <p:nvPr/>
                </p:nvCxnSpPr>
                <p:spPr>
                  <a:xfrm flipV="1">
                    <a:off x="4520496" y="3587261"/>
                    <a:ext cx="365097" cy="244933"/>
                  </a:xfrm>
                  <a:prstGeom prst="line">
                    <a:avLst/>
                  </a:prstGeom>
                  <a:ln w="38100">
                    <a:solidFill>
                      <a:srgbClr val="F4B18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直接连接符 82"/>
                  <p:cNvCxnSpPr>
                    <a:stCxn id="70" idx="5"/>
                    <a:endCxn id="75" idx="1"/>
                  </p:cNvCxnSpPr>
                  <p:nvPr/>
                </p:nvCxnSpPr>
                <p:spPr>
                  <a:xfrm>
                    <a:off x="4168804" y="2854562"/>
                    <a:ext cx="592446" cy="432511"/>
                  </a:xfrm>
                  <a:prstGeom prst="line">
                    <a:avLst/>
                  </a:prstGeom>
                  <a:ln w="38100">
                    <a:solidFill>
                      <a:srgbClr val="FFD966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直接连接符 83"/>
                  <p:cNvCxnSpPr>
                    <a:stCxn id="74" idx="6"/>
                    <a:endCxn id="72" idx="2"/>
                  </p:cNvCxnSpPr>
                  <p:nvPr/>
                </p:nvCxnSpPr>
                <p:spPr>
                  <a:xfrm flipV="1">
                    <a:off x="2388576" y="3956536"/>
                    <a:ext cx="1831732" cy="468925"/>
                  </a:xfrm>
                  <a:prstGeom prst="line">
                    <a:avLst/>
                  </a:prstGeom>
                  <a:ln w="38100">
                    <a:solidFill>
                      <a:srgbClr val="FFD966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65" name="直接箭头连接符 64"/>
                <p:cNvCxnSpPr/>
                <p:nvPr/>
              </p:nvCxnSpPr>
              <p:spPr>
                <a:xfrm flipV="1">
                  <a:off x="7033218" y="1970116"/>
                  <a:ext cx="1578767" cy="888055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直接箭头连接符 65"/>
                <p:cNvCxnSpPr/>
                <p:nvPr/>
              </p:nvCxnSpPr>
              <p:spPr>
                <a:xfrm>
                  <a:off x="7095697" y="3779828"/>
                  <a:ext cx="1578767" cy="888055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文本框 61"/>
                  <p:cNvSpPr txBox="1"/>
                  <p:nvPr/>
                </p:nvSpPr>
                <p:spPr>
                  <a:xfrm>
                    <a:off x="7134410" y="543889"/>
                    <a:ext cx="3060287" cy="820417"/>
                  </a:xfrm>
                  <a:prstGeom prst="rect">
                    <a:avLst/>
                  </a:prstGeom>
                  <a:solidFill>
                    <a:srgbClr val="FFD966"/>
                  </a:solidFill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28" name="文本框 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34410" y="543889"/>
                    <a:ext cx="3060287" cy="82041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文本框 62"/>
                  <p:cNvSpPr txBox="1"/>
                  <p:nvPr/>
                </p:nvSpPr>
                <p:spPr>
                  <a:xfrm>
                    <a:off x="7134411" y="2509859"/>
                    <a:ext cx="3060286" cy="815031"/>
                  </a:xfrm>
                  <a:prstGeom prst="rect">
                    <a:avLst/>
                  </a:prstGeom>
                  <a:solidFill>
                    <a:srgbClr val="F4B183"/>
                  </a:solidFill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zh-CN" altLang="en-US" sz="2000" dirty="0"/>
                  </a:p>
                </p:txBody>
              </p:sp>
            </mc:Choice>
            <mc:Fallback xmlns="">
              <p:sp>
                <p:nvSpPr>
                  <p:cNvPr id="31" name="文本框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34411" y="2509859"/>
                    <a:ext cx="3060286" cy="815031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7" name="直接连接符 56"/>
            <p:cNvCxnSpPr>
              <a:stCxn id="68" idx="4"/>
              <a:endCxn id="69" idx="0"/>
            </p:cNvCxnSpPr>
            <p:nvPr/>
          </p:nvCxnSpPr>
          <p:spPr>
            <a:xfrm>
              <a:off x="2434568" y="7242075"/>
              <a:ext cx="125216" cy="720807"/>
            </a:xfrm>
            <a:prstGeom prst="line">
              <a:avLst/>
            </a:prstGeom>
            <a:ln w="38100">
              <a:solidFill>
                <a:srgbClr val="FFD9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>
              <a:stCxn id="69" idx="7"/>
              <a:endCxn id="70" idx="2"/>
            </p:cNvCxnSpPr>
            <p:nvPr/>
          </p:nvCxnSpPr>
          <p:spPr>
            <a:xfrm flipV="1">
              <a:off x="2661386" y="7667652"/>
              <a:ext cx="590494" cy="335316"/>
            </a:xfrm>
            <a:prstGeom prst="line">
              <a:avLst/>
            </a:prstGeom>
            <a:ln w="38100">
              <a:solidFill>
                <a:srgbClr val="F4B18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>
              <a:stCxn id="69" idx="1"/>
              <a:endCxn id="67" idx="6"/>
            </p:cNvCxnSpPr>
            <p:nvPr/>
          </p:nvCxnSpPr>
          <p:spPr>
            <a:xfrm flipH="1" flipV="1">
              <a:off x="1735976" y="7602480"/>
              <a:ext cx="722205" cy="400488"/>
            </a:xfrm>
            <a:prstGeom prst="line">
              <a:avLst/>
            </a:prstGeom>
            <a:ln w="38100">
              <a:solidFill>
                <a:srgbClr val="F4B18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文本框 59"/>
          <p:cNvSpPr txBox="1"/>
          <p:nvPr/>
        </p:nvSpPr>
        <p:spPr>
          <a:xfrm>
            <a:off x="2897060" y="9895545"/>
            <a:ext cx="452803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 Diversity of interaction</a:t>
            </a:r>
            <a:endParaRPr lang="zh-CN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9184680" y="6911995"/>
            <a:ext cx="7601749" cy="2559325"/>
            <a:chOff x="9184680" y="6926701"/>
            <a:chExt cx="7601749" cy="2559325"/>
          </a:xfrm>
        </p:grpSpPr>
        <p:grpSp>
          <p:nvGrpSpPr>
            <p:cNvPr id="86" name="组合 85"/>
            <p:cNvGrpSpPr/>
            <p:nvPr/>
          </p:nvGrpSpPr>
          <p:grpSpPr>
            <a:xfrm>
              <a:off x="9184680" y="6926701"/>
              <a:ext cx="3650791" cy="2559325"/>
              <a:chOff x="3220538" y="1313412"/>
              <a:chExt cx="5588772" cy="3975282"/>
            </a:xfrm>
          </p:grpSpPr>
          <p:grpSp>
            <p:nvGrpSpPr>
              <p:cNvPr id="89" name="组合 88"/>
              <p:cNvGrpSpPr/>
              <p:nvPr/>
            </p:nvGrpSpPr>
            <p:grpSpPr>
              <a:xfrm>
                <a:off x="3220538" y="1313412"/>
                <a:ext cx="4252604" cy="3975282"/>
                <a:chOff x="1661746" y="1831730"/>
                <a:chExt cx="3399692" cy="3288323"/>
              </a:xfrm>
            </p:grpSpPr>
            <p:sp>
              <p:nvSpPr>
                <p:cNvPr id="91" name="椭圆 90"/>
                <p:cNvSpPr/>
                <p:nvPr/>
              </p:nvSpPr>
              <p:spPr>
                <a:xfrm>
                  <a:off x="1661746" y="2470638"/>
                  <a:ext cx="351692" cy="351692"/>
                </a:xfrm>
                <a:prstGeom prst="ellipse">
                  <a:avLst/>
                </a:prstGeom>
                <a:solidFill>
                  <a:srgbClr val="0080FF"/>
                </a:solidFill>
                <a:ln>
                  <a:solidFill>
                    <a:srgbClr val="008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2" name="椭圆 91"/>
                <p:cNvSpPr/>
                <p:nvPr/>
              </p:nvSpPr>
              <p:spPr>
                <a:xfrm>
                  <a:off x="2692535" y="1831730"/>
                  <a:ext cx="351692" cy="351692"/>
                </a:xfrm>
                <a:prstGeom prst="ellipse">
                  <a:avLst/>
                </a:prstGeom>
                <a:solidFill>
                  <a:srgbClr val="0080FF"/>
                </a:solidFill>
                <a:ln>
                  <a:solidFill>
                    <a:srgbClr val="008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3" name="椭圆 92"/>
                <p:cNvSpPr/>
                <p:nvPr/>
              </p:nvSpPr>
              <p:spPr>
                <a:xfrm>
                  <a:off x="2845776" y="3109543"/>
                  <a:ext cx="351692" cy="351692"/>
                </a:xfrm>
                <a:prstGeom prst="ellipse">
                  <a:avLst/>
                </a:prstGeom>
                <a:solidFill>
                  <a:srgbClr val="FF6666"/>
                </a:solidFill>
                <a:ln>
                  <a:solidFill>
                    <a:srgbClr val="FF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4" name="椭圆 93"/>
                <p:cNvSpPr/>
                <p:nvPr/>
              </p:nvSpPr>
              <p:spPr>
                <a:xfrm>
                  <a:off x="3868616" y="2554374"/>
                  <a:ext cx="351692" cy="351692"/>
                </a:xfrm>
                <a:prstGeom prst="ellipse">
                  <a:avLst/>
                </a:prstGeom>
                <a:solidFill>
                  <a:srgbClr val="0080FF"/>
                </a:solidFill>
                <a:ln>
                  <a:solidFill>
                    <a:srgbClr val="008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5" name="椭圆 94"/>
                <p:cNvSpPr/>
                <p:nvPr/>
              </p:nvSpPr>
              <p:spPr>
                <a:xfrm>
                  <a:off x="1820008" y="3417276"/>
                  <a:ext cx="351692" cy="351692"/>
                </a:xfrm>
                <a:prstGeom prst="ellipse">
                  <a:avLst/>
                </a:prstGeom>
                <a:solidFill>
                  <a:srgbClr val="0080FF"/>
                </a:solidFill>
                <a:ln>
                  <a:solidFill>
                    <a:srgbClr val="008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6" name="椭圆 95"/>
                <p:cNvSpPr/>
                <p:nvPr/>
              </p:nvSpPr>
              <p:spPr>
                <a:xfrm>
                  <a:off x="4220308" y="3780690"/>
                  <a:ext cx="351692" cy="351692"/>
                </a:xfrm>
                <a:prstGeom prst="ellipse">
                  <a:avLst/>
                </a:prstGeom>
                <a:solidFill>
                  <a:srgbClr val="0080FF"/>
                </a:solidFill>
                <a:ln>
                  <a:solidFill>
                    <a:srgbClr val="008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7" name="椭圆 96"/>
                <p:cNvSpPr/>
                <p:nvPr/>
              </p:nvSpPr>
              <p:spPr>
                <a:xfrm>
                  <a:off x="3053861" y="4768361"/>
                  <a:ext cx="351692" cy="351692"/>
                </a:xfrm>
                <a:prstGeom prst="ellipse">
                  <a:avLst/>
                </a:prstGeom>
                <a:solidFill>
                  <a:srgbClr val="0080FF"/>
                </a:solidFill>
                <a:ln>
                  <a:solidFill>
                    <a:srgbClr val="008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椭圆 97"/>
                <p:cNvSpPr/>
                <p:nvPr/>
              </p:nvSpPr>
              <p:spPr>
                <a:xfrm>
                  <a:off x="2036884" y="4249615"/>
                  <a:ext cx="351692" cy="351692"/>
                </a:xfrm>
                <a:prstGeom prst="ellipse">
                  <a:avLst/>
                </a:prstGeom>
                <a:solidFill>
                  <a:srgbClr val="FF6666"/>
                </a:solidFill>
                <a:ln>
                  <a:solidFill>
                    <a:srgbClr val="FF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9" name="椭圆 98"/>
                <p:cNvSpPr/>
                <p:nvPr/>
              </p:nvSpPr>
              <p:spPr>
                <a:xfrm>
                  <a:off x="4709746" y="3235569"/>
                  <a:ext cx="351692" cy="351692"/>
                </a:xfrm>
                <a:prstGeom prst="ellipse">
                  <a:avLst/>
                </a:prstGeom>
                <a:solidFill>
                  <a:srgbClr val="FF6666"/>
                </a:solidFill>
                <a:ln>
                  <a:solidFill>
                    <a:srgbClr val="FF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00" name="直接连接符 99"/>
                <p:cNvCxnSpPr>
                  <a:stCxn id="91" idx="7"/>
                  <a:endCxn id="92" idx="2"/>
                </p:cNvCxnSpPr>
                <p:nvPr/>
              </p:nvCxnSpPr>
              <p:spPr>
                <a:xfrm flipV="1">
                  <a:off x="1961934" y="2007576"/>
                  <a:ext cx="730601" cy="514567"/>
                </a:xfrm>
                <a:prstGeom prst="line">
                  <a:avLst/>
                </a:prstGeom>
                <a:ln w="3810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直接连接符 100"/>
                <p:cNvCxnSpPr>
                  <a:stCxn id="92" idx="6"/>
                  <a:endCxn id="94" idx="1"/>
                </p:cNvCxnSpPr>
                <p:nvPr/>
              </p:nvCxnSpPr>
              <p:spPr>
                <a:xfrm>
                  <a:off x="3044227" y="2007576"/>
                  <a:ext cx="875893" cy="598302"/>
                </a:xfrm>
                <a:prstGeom prst="line">
                  <a:avLst/>
                </a:prstGeom>
                <a:ln w="3810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直接连接符 101"/>
                <p:cNvCxnSpPr>
                  <a:stCxn id="93" idx="2"/>
                  <a:endCxn id="95" idx="6"/>
                </p:cNvCxnSpPr>
                <p:nvPr/>
              </p:nvCxnSpPr>
              <p:spPr>
                <a:xfrm flipH="1">
                  <a:off x="2171700" y="3285389"/>
                  <a:ext cx="674076" cy="307733"/>
                </a:xfrm>
                <a:prstGeom prst="line">
                  <a:avLst/>
                </a:prstGeom>
                <a:ln w="3810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直接连接符 102"/>
                <p:cNvCxnSpPr/>
                <p:nvPr/>
              </p:nvCxnSpPr>
              <p:spPr>
                <a:xfrm>
                  <a:off x="1871512" y="2834054"/>
                  <a:ext cx="158262" cy="594946"/>
                </a:xfrm>
                <a:prstGeom prst="line">
                  <a:avLst/>
                </a:prstGeom>
                <a:ln w="3810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直接连接符 103"/>
                <p:cNvCxnSpPr>
                  <a:stCxn id="97" idx="0"/>
                  <a:endCxn id="93" idx="4"/>
                </p:cNvCxnSpPr>
                <p:nvPr/>
              </p:nvCxnSpPr>
              <p:spPr>
                <a:xfrm flipH="1" flipV="1">
                  <a:off x="3021622" y="3461235"/>
                  <a:ext cx="208085" cy="1307126"/>
                </a:xfrm>
                <a:prstGeom prst="line">
                  <a:avLst/>
                </a:prstGeom>
                <a:ln w="3810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直接连接符 104"/>
                <p:cNvCxnSpPr>
                  <a:stCxn id="98" idx="6"/>
                  <a:endCxn id="97" idx="2"/>
                </p:cNvCxnSpPr>
                <p:nvPr/>
              </p:nvCxnSpPr>
              <p:spPr>
                <a:xfrm>
                  <a:off x="2388576" y="4425461"/>
                  <a:ext cx="665285" cy="518746"/>
                </a:xfrm>
                <a:prstGeom prst="line">
                  <a:avLst/>
                </a:prstGeom>
                <a:ln w="3810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直接连接符 105"/>
                <p:cNvCxnSpPr>
                  <a:stCxn id="93" idx="6"/>
                  <a:endCxn id="96" idx="2"/>
                </p:cNvCxnSpPr>
                <p:nvPr/>
              </p:nvCxnSpPr>
              <p:spPr>
                <a:xfrm>
                  <a:off x="3197468" y="3285389"/>
                  <a:ext cx="1022840" cy="671147"/>
                </a:xfrm>
                <a:prstGeom prst="line">
                  <a:avLst/>
                </a:prstGeom>
                <a:ln w="3810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直接连接符 106"/>
                <p:cNvCxnSpPr>
                  <a:stCxn id="96" idx="6"/>
                  <a:endCxn id="99" idx="4"/>
                </p:cNvCxnSpPr>
                <p:nvPr/>
              </p:nvCxnSpPr>
              <p:spPr>
                <a:xfrm flipV="1">
                  <a:off x="4572000" y="3587261"/>
                  <a:ext cx="313592" cy="369275"/>
                </a:xfrm>
                <a:prstGeom prst="line">
                  <a:avLst/>
                </a:prstGeom>
                <a:ln w="3810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直接连接符 107"/>
                <p:cNvCxnSpPr>
                  <a:stCxn id="94" idx="5"/>
                  <a:endCxn id="99" idx="1"/>
                </p:cNvCxnSpPr>
                <p:nvPr/>
              </p:nvCxnSpPr>
              <p:spPr>
                <a:xfrm>
                  <a:off x="4168804" y="2854562"/>
                  <a:ext cx="592445" cy="432512"/>
                </a:xfrm>
                <a:prstGeom prst="line">
                  <a:avLst/>
                </a:prstGeom>
                <a:ln w="3810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直接连接符 108"/>
                <p:cNvCxnSpPr>
                  <a:stCxn id="98" idx="6"/>
                  <a:endCxn id="96" idx="2"/>
                </p:cNvCxnSpPr>
                <p:nvPr/>
              </p:nvCxnSpPr>
              <p:spPr>
                <a:xfrm flipV="1">
                  <a:off x="2388576" y="3956536"/>
                  <a:ext cx="1831732" cy="468925"/>
                </a:xfrm>
                <a:prstGeom prst="line">
                  <a:avLst/>
                </a:prstGeom>
                <a:ln w="3810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0" name="直接箭头连接符 89"/>
              <p:cNvCxnSpPr/>
              <p:nvPr/>
            </p:nvCxnSpPr>
            <p:spPr>
              <a:xfrm flipV="1">
                <a:off x="7057046" y="2764936"/>
                <a:ext cx="1752264" cy="2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7" name="文本框 86"/>
                <p:cNvSpPr txBox="1"/>
                <p:nvPr/>
              </p:nvSpPr>
              <p:spPr>
                <a:xfrm>
                  <a:off x="13018378" y="7360682"/>
                  <a:ext cx="3768051" cy="96815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CN" sz="2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</m:acc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)−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mr>
                              <m:m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</m:acc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>
            <p:sp>
              <p:nvSpPr>
                <p:cNvPr id="87" name="文本框 8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18378" y="7360682"/>
                  <a:ext cx="3768051" cy="96815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8" name="文本框 87"/>
          <p:cNvSpPr txBox="1"/>
          <p:nvPr/>
        </p:nvSpPr>
        <p:spPr>
          <a:xfrm>
            <a:off x="10904372" y="9895545"/>
            <a:ext cx="452803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 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Uniformity of interaction</a:t>
            </a:r>
            <a:endParaRPr lang="zh-CN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488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24</Words>
  <Application>Microsoft Office PowerPoint</Application>
  <PresentationFormat>自定义</PresentationFormat>
  <Paragraphs>17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等线 Light</vt:lpstr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admin</cp:lastModifiedBy>
  <cp:revision>9</cp:revision>
  <dcterms:created xsi:type="dcterms:W3CDTF">2025-08-14T01:20:28Z</dcterms:created>
  <dcterms:modified xsi:type="dcterms:W3CDTF">2025-08-14T01:27:57Z</dcterms:modified>
</cp:coreProperties>
</file>