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FFFFFF"/>
    <a:srgbClr val="F4B183"/>
    <a:srgbClr val="FFD966"/>
    <a:srgbClr val="0080FF"/>
    <a:srgbClr val="FF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4C81B-1F30-45AE-B7EB-7E2D0828066E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F2F38-B06C-4E25-9B5C-42285306E9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777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4C81B-1F30-45AE-B7EB-7E2D0828066E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F2F38-B06C-4E25-9B5C-42285306E9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750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4C81B-1F30-45AE-B7EB-7E2D0828066E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F2F38-B06C-4E25-9B5C-42285306E9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880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4C81B-1F30-45AE-B7EB-7E2D0828066E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F2F38-B06C-4E25-9B5C-42285306E9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997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4C81B-1F30-45AE-B7EB-7E2D0828066E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F2F38-B06C-4E25-9B5C-42285306E9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011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4C81B-1F30-45AE-B7EB-7E2D0828066E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F2F38-B06C-4E25-9B5C-42285306E9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756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4C81B-1F30-45AE-B7EB-7E2D0828066E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F2F38-B06C-4E25-9B5C-42285306E9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594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4C81B-1F30-45AE-B7EB-7E2D0828066E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F2F38-B06C-4E25-9B5C-42285306E9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641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4C81B-1F30-45AE-B7EB-7E2D0828066E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F2F38-B06C-4E25-9B5C-42285306E9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090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4C81B-1F30-45AE-B7EB-7E2D0828066E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F2F38-B06C-4E25-9B5C-42285306E9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918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4C81B-1F30-45AE-B7EB-7E2D0828066E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F2F38-B06C-4E25-9B5C-42285306E9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100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4C81B-1F30-45AE-B7EB-7E2D0828066E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F2F38-B06C-4E25-9B5C-42285306E9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945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902823" y="1811720"/>
            <a:ext cx="7419346" cy="3586831"/>
            <a:chOff x="2902823" y="1811720"/>
            <a:chExt cx="7419346" cy="3586831"/>
          </a:xfrm>
        </p:grpSpPr>
        <p:sp>
          <p:nvSpPr>
            <p:cNvPr id="9" name="椭圆 8"/>
            <p:cNvSpPr/>
            <p:nvPr/>
          </p:nvSpPr>
          <p:spPr>
            <a:xfrm rot="20312070">
              <a:off x="2902823" y="1944046"/>
              <a:ext cx="3273236" cy="150694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3571946" y="1811720"/>
              <a:ext cx="6750223" cy="2781001"/>
              <a:chOff x="3444474" y="543889"/>
              <a:chExt cx="6750223" cy="2781001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3444474" y="711083"/>
                <a:ext cx="3562707" cy="2559325"/>
                <a:chOff x="3220538" y="1313412"/>
                <a:chExt cx="5453926" cy="3975282"/>
              </a:xfrm>
            </p:grpSpPr>
            <p:grpSp>
              <p:nvGrpSpPr>
                <p:cNvPr id="55" name="组合 54"/>
                <p:cNvGrpSpPr/>
                <p:nvPr/>
              </p:nvGrpSpPr>
              <p:grpSpPr>
                <a:xfrm>
                  <a:off x="3220538" y="1313412"/>
                  <a:ext cx="4252604" cy="3975282"/>
                  <a:chOff x="1661746" y="1831730"/>
                  <a:chExt cx="3399692" cy="3288323"/>
                </a:xfrm>
              </p:grpSpPr>
              <p:sp>
                <p:nvSpPr>
                  <p:cNvPr id="56" name="椭圆 55"/>
                  <p:cNvSpPr/>
                  <p:nvPr/>
                </p:nvSpPr>
                <p:spPr>
                  <a:xfrm>
                    <a:off x="1661746" y="2470638"/>
                    <a:ext cx="351692" cy="351692"/>
                  </a:xfrm>
                  <a:prstGeom prst="ellipse">
                    <a:avLst/>
                  </a:prstGeom>
                  <a:solidFill>
                    <a:srgbClr val="0080FF"/>
                  </a:solidFill>
                  <a:ln>
                    <a:solidFill>
                      <a:srgbClr val="008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" name="椭圆 56"/>
                  <p:cNvSpPr/>
                  <p:nvPr/>
                </p:nvSpPr>
                <p:spPr>
                  <a:xfrm>
                    <a:off x="2692535" y="1831730"/>
                    <a:ext cx="351692" cy="351692"/>
                  </a:xfrm>
                  <a:prstGeom prst="ellipse">
                    <a:avLst/>
                  </a:prstGeom>
                  <a:solidFill>
                    <a:srgbClr val="0080FF"/>
                  </a:solidFill>
                  <a:ln>
                    <a:solidFill>
                      <a:srgbClr val="008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" name="椭圆 57"/>
                  <p:cNvSpPr/>
                  <p:nvPr/>
                </p:nvSpPr>
                <p:spPr>
                  <a:xfrm>
                    <a:off x="2845776" y="3109543"/>
                    <a:ext cx="351692" cy="351692"/>
                  </a:xfrm>
                  <a:prstGeom prst="ellipse">
                    <a:avLst/>
                  </a:prstGeom>
                  <a:solidFill>
                    <a:srgbClr val="0080FF"/>
                  </a:solidFill>
                  <a:ln>
                    <a:solidFill>
                      <a:srgbClr val="008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" name="椭圆 58"/>
                  <p:cNvSpPr/>
                  <p:nvPr/>
                </p:nvSpPr>
                <p:spPr>
                  <a:xfrm>
                    <a:off x="3868616" y="2554374"/>
                    <a:ext cx="351692" cy="351692"/>
                  </a:xfrm>
                  <a:prstGeom prst="ellipse">
                    <a:avLst/>
                  </a:prstGeom>
                  <a:solidFill>
                    <a:srgbClr val="0080FF"/>
                  </a:solidFill>
                  <a:ln>
                    <a:solidFill>
                      <a:srgbClr val="008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" name="椭圆 59"/>
                  <p:cNvSpPr/>
                  <p:nvPr/>
                </p:nvSpPr>
                <p:spPr>
                  <a:xfrm>
                    <a:off x="1820008" y="3417276"/>
                    <a:ext cx="351692" cy="351692"/>
                  </a:xfrm>
                  <a:prstGeom prst="ellipse">
                    <a:avLst/>
                  </a:prstGeom>
                  <a:solidFill>
                    <a:srgbClr val="0080FF"/>
                  </a:solidFill>
                  <a:ln>
                    <a:solidFill>
                      <a:srgbClr val="008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" name="椭圆 60"/>
                  <p:cNvSpPr/>
                  <p:nvPr/>
                </p:nvSpPr>
                <p:spPr>
                  <a:xfrm>
                    <a:off x="4220308" y="3780690"/>
                    <a:ext cx="351692" cy="351692"/>
                  </a:xfrm>
                  <a:prstGeom prst="ellipse">
                    <a:avLst/>
                  </a:prstGeom>
                  <a:solidFill>
                    <a:srgbClr val="0080FF"/>
                  </a:solidFill>
                  <a:ln>
                    <a:solidFill>
                      <a:srgbClr val="008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" name="椭圆 61"/>
                  <p:cNvSpPr/>
                  <p:nvPr/>
                </p:nvSpPr>
                <p:spPr>
                  <a:xfrm>
                    <a:off x="3053861" y="4768361"/>
                    <a:ext cx="351692" cy="351692"/>
                  </a:xfrm>
                  <a:prstGeom prst="ellipse">
                    <a:avLst/>
                  </a:prstGeom>
                  <a:solidFill>
                    <a:srgbClr val="0080FF"/>
                  </a:solidFill>
                  <a:ln>
                    <a:solidFill>
                      <a:srgbClr val="008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" name="椭圆 62"/>
                  <p:cNvSpPr/>
                  <p:nvPr/>
                </p:nvSpPr>
                <p:spPr>
                  <a:xfrm>
                    <a:off x="2036884" y="4249615"/>
                    <a:ext cx="351692" cy="351692"/>
                  </a:xfrm>
                  <a:prstGeom prst="ellipse">
                    <a:avLst/>
                  </a:prstGeom>
                  <a:solidFill>
                    <a:srgbClr val="FF6666"/>
                  </a:solidFill>
                  <a:ln>
                    <a:solidFill>
                      <a:srgbClr val="FF666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" name="椭圆 63"/>
                  <p:cNvSpPr/>
                  <p:nvPr/>
                </p:nvSpPr>
                <p:spPr>
                  <a:xfrm>
                    <a:off x="4709746" y="3235569"/>
                    <a:ext cx="351692" cy="351692"/>
                  </a:xfrm>
                  <a:prstGeom prst="ellipse">
                    <a:avLst/>
                  </a:prstGeom>
                  <a:solidFill>
                    <a:srgbClr val="FF6666"/>
                  </a:solidFill>
                  <a:ln>
                    <a:solidFill>
                      <a:srgbClr val="FF666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65" name="直接连接符 64"/>
                  <p:cNvCxnSpPr>
                    <a:stCxn id="56" idx="7"/>
                    <a:endCxn id="57" idx="2"/>
                  </p:cNvCxnSpPr>
                  <p:nvPr/>
                </p:nvCxnSpPr>
                <p:spPr>
                  <a:xfrm flipV="1">
                    <a:off x="1961934" y="2007576"/>
                    <a:ext cx="730601" cy="514567"/>
                  </a:xfrm>
                  <a:prstGeom prst="line">
                    <a:avLst/>
                  </a:prstGeom>
                  <a:ln w="38100">
                    <a:solidFill>
                      <a:srgbClr val="FFD96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直接连接符 65"/>
                  <p:cNvCxnSpPr>
                    <a:stCxn id="57" idx="6"/>
                    <a:endCxn id="59" idx="1"/>
                  </p:cNvCxnSpPr>
                  <p:nvPr/>
                </p:nvCxnSpPr>
                <p:spPr>
                  <a:xfrm>
                    <a:off x="3044227" y="2007576"/>
                    <a:ext cx="875893" cy="598302"/>
                  </a:xfrm>
                  <a:prstGeom prst="line">
                    <a:avLst/>
                  </a:prstGeom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直接连接符 66"/>
                  <p:cNvCxnSpPr>
                    <a:stCxn id="58" idx="2"/>
                    <a:endCxn id="60" idx="6"/>
                  </p:cNvCxnSpPr>
                  <p:nvPr/>
                </p:nvCxnSpPr>
                <p:spPr>
                  <a:xfrm flipH="1">
                    <a:off x="2171700" y="3285389"/>
                    <a:ext cx="674076" cy="307733"/>
                  </a:xfrm>
                  <a:prstGeom prst="line">
                    <a:avLst/>
                  </a:prstGeom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直接连接符 67"/>
                  <p:cNvCxnSpPr/>
                  <p:nvPr/>
                </p:nvCxnSpPr>
                <p:spPr>
                  <a:xfrm>
                    <a:off x="1871512" y="2834054"/>
                    <a:ext cx="158262" cy="594946"/>
                  </a:xfrm>
                  <a:prstGeom prst="line">
                    <a:avLst/>
                  </a:prstGeom>
                  <a:ln w="38100">
                    <a:solidFill>
                      <a:srgbClr val="FFD96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直接连接符 68"/>
                  <p:cNvCxnSpPr>
                    <a:stCxn id="62" idx="0"/>
                    <a:endCxn id="58" idx="4"/>
                  </p:cNvCxnSpPr>
                  <p:nvPr/>
                </p:nvCxnSpPr>
                <p:spPr>
                  <a:xfrm flipH="1" flipV="1">
                    <a:off x="3021622" y="3461235"/>
                    <a:ext cx="208085" cy="1307126"/>
                  </a:xfrm>
                  <a:prstGeom prst="line">
                    <a:avLst/>
                  </a:prstGeom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直接连接符 69"/>
                  <p:cNvCxnSpPr>
                    <a:stCxn id="63" idx="6"/>
                    <a:endCxn id="62" idx="2"/>
                  </p:cNvCxnSpPr>
                  <p:nvPr/>
                </p:nvCxnSpPr>
                <p:spPr>
                  <a:xfrm>
                    <a:off x="2388576" y="4425461"/>
                    <a:ext cx="665285" cy="518746"/>
                  </a:xfrm>
                  <a:prstGeom prst="line">
                    <a:avLst/>
                  </a:prstGeom>
                  <a:ln w="381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直接连接符 71"/>
                  <p:cNvCxnSpPr>
                    <a:stCxn id="61" idx="7"/>
                    <a:endCxn id="64" idx="4"/>
                  </p:cNvCxnSpPr>
                  <p:nvPr/>
                </p:nvCxnSpPr>
                <p:spPr>
                  <a:xfrm flipV="1">
                    <a:off x="4520496" y="3587261"/>
                    <a:ext cx="365097" cy="244933"/>
                  </a:xfrm>
                  <a:prstGeom prst="line">
                    <a:avLst/>
                  </a:prstGeom>
                  <a:ln w="38100">
                    <a:solidFill>
                      <a:srgbClr val="F4B18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直接连接符 72"/>
                  <p:cNvCxnSpPr>
                    <a:stCxn id="59" idx="5"/>
                    <a:endCxn id="64" idx="1"/>
                  </p:cNvCxnSpPr>
                  <p:nvPr/>
                </p:nvCxnSpPr>
                <p:spPr>
                  <a:xfrm>
                    <a:off x="4168804" y="2854562"/>
                    <a:ext cx="592446" cy="432511"/>
                  </a:xfrm>
                  <a:prstGeom prst="line">
                    <a:avLst/>
                  </a:prstGeom>
                  <a:ln w="38100">
                    <a:solidFill>
                      <a:srgbClr val="FFD96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直接连接符 73"/>
                  <p:cNvCxnSpPr>
                    <a:stCxn id="63" idx="6"/>
                    <a:endCxn id="61" idx="2"/>
                  </p:cNvCxnSpPr>
                  <p:nvPr/>
                </p:nvCxnSpPr>
                <p:spPr>
                  <a:xfrm flipV="1">
                    <a:off x="2388576" y="3956536"/>
                    <a:ext cx="1831732" cy="468925"/>
                  </a:xfrm>
                  <a:prstGeom prst="line">
                    <a:avLst/>
                  </a:prstGeom>
                  <a:ln w="38100">
                    <a:solidFill>
                      <a:srgbClr val="FFD96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0" name="直接箭头连接符 29"/>
                <p:cNvCxnSpPr/>
                <p:nvPr/>
              </p:nvCxnSpPr>
              <p:spPr>
                <a:xfrm flipV="1">
                  <a:off x="7033218" y="1970116"/>
                  <a:ext cx="1578767" cy="888055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接箭头连接符 80"/>
                <p:cNvCxnSpPr/>
                <p:nvPr/>
              </p:nvCxnSpPr>
              <p:spPr>
                <a:xfrm>
                  <a:off x="7095697" y="3779828"/>
                  <a:ext cx="1578767" cy="888055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文本框 27"/>
                  <p:cNvSpPr txBox="1"/>
                  <p:nvPr/>
                </p:nvSpPr>
                <p:spPr>
                  <a:xfrm>
                    <a:off x="7134410" y="543889"/>
                    <a:ext cx="3060287" cy="820417"/>
                  </a:xfrm>
                  <a:prstGeom prst="rect">
                    <a:avLst/>
                  </a:prstGeom>
                  <a:solidFill>
                    <a:srgbClr val="FFD966"/>
                  </a:solidFill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28" name="文本框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34410" y="543889"/>
                    <a:ext cx="3060287" cy="82041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文本框 30"/>
                  <p:cNvSpPr txBox="1"/>
                  <p:nvPr/>
                </p:nvSpPr>
                <p:spPr>
                  <a:xfrm>
                    <a:off x="7134411" y="2509859"/>
                    <a:ext cx="3060286" cy="815031"/>
                  </a:xfrm>
                  <a:prstGeom prst="rect">
                    <a:avLst/>
                  </a:prstGeom>
                  <a:solidFill>
                    <a:srgbClr val="F4B183"/>
                  </a:solidFill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zh-CN" altLang="en-US" sz="2000" dirty="0"/>
                  </a:p>
                </p:txBody>
              </p:sp>
            </mc:Choice>
            <mc:Fallback xmlns="">
              <p:sp>
                <p:nvSpPr>
                  <p:cNvPr id="31" name="文本框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34411" y="2509859"/>
                    <a:ext cx="3060286" cy="81503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" name="直接连接符 4"/>
            <p:cNvCxnSpPr>
              <a:stCxn id="57" idx="4"/>
              <a:endCxn id="58" idx="0"/>
            </p:cNvCxnSpPr>
            <p:nvPr/>
          </p:nvCxnSpPr>
          <p:spPr>
            <a:xfrm>
              <a:off x="4557913" y="2252638"/>
              <a:ext cx="125216" cy="720807"/>
            </a:xfrm>
            <a:prstGeom prst="line">
              <a:avLst/>
            </a:prstGeom>
            <a:ln w="38100">
              <a:solidFill>
                <a:srgbClr val="FFD9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>
              <a:stCxn id="58" idx="7"/>
              <a:endCxn id="59" idx="2"/>
            </p:cNvCxnSpPr>
            <p:nvPr/>
          </p:nvCxnSpPr>
          <p:spPr>
            <a:xfrm flipV="1">
              <a:off x="4784731" y="2678215"/>
              <a:ext cx="590494" cy="335316"/>
            </a:xfrm>
            <a:prstGeom prst="line">
              <a:avLst/>
            </a:prstGeom>
            <a:ln w="38100">
              <a:solidFill>
                <a:srgbClr val="F4B18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>
              <a:stCxn id="58" idx="1"/>
              <a:endCxn id="56" idx="6"/>
            </p:cNvCxnSpPr>
            <p:nvPr/>
          </p:nvCxnSpPr>
          <p:spPr>
            <a:xfrm flipH="1" flipV="1">
              <a:off x="3859321" y="2613043"/>
              <a:ext cx="722205" cy="400488"/>
            </a:xfrm>
            <a:prstGeom prst="line">
              <a:avLst/>
            </a:prstGeom>
            <a:ln w="38100">
              <a:solidFill>
                <a:srgbClr val="F4B18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文本框 2"/>
            <p:cNvSpPr txBox="1"/>
            <p:nvPr/>
          </p:nvSpPr>
          <p:spPr>
            <a:xfrm>
              <a:off x="5020405" y="4906108"/>
              <a:ext cx="452803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 Diversity of interaction</a:t>
              </a:r>
              <a:endPara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6704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300713" y="2062809"/>
            <a:ext cx="7601749" cy="3335742"/>
            <a:chOff x="3300713" y="2062809"/>
            <a:chExt cx="7601749" cy="3335742"/>
          </a:xfrm>
        </p:grpSpPr>
        <p:grpSp>
          <p:nvGrpSpPr>
            <p:cNvPr id="5" name="组合 4"/>
            <p:cNvGrpSpPr/>
            <p:nvPr/>
          </p:nvGrpSpPr>
          <p:grpSpPr>
            <a:xfrm>
              <a:off x="3300713" y="2062809"/>
              <a:ext cx="3650791" cy="2559325"/>
              <a:chOff x="3220538" y="1313412"/>
              <a:chExt cx="5588772" cy="3975282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3220538" y="1313412"/>
                <a:ext cx="4252604" cy="3975282"/>
                <a:chOff x="1661746" y="1831730"/>
                <a:chExt cx="3399692" cy="3288323"/>
              </a:xfrm>
            </p:grpSpPr>
            <p:sp>
              <p:nvSpPr>
                <p:cNvPr id="10" name="椭圆 9"/>
                <p:cNvSpPr/>
                <p:nvPr/>
              </p:nvSpPr>
              <p:spPr>
                <a:xfrm>
                  <a:off x="1661746" y="2470638"/>
                  <a:ext cx="351692" cy="351692"/>
                </a:xfrm>
                <a:prstGeom prst="ellipse">
                  <a:avLst/>
                </a:prstGeom>
                <a:solidFill>
                  <a:srgbClr val="0080FF"/>
                </a:solidFill>
                <a:ln>
                  <a:solidFill>
                    <a:srgbClr val="008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>
                  <a:off x="2692535" y="1831730"/>
                  <a:ext cx="351692" cy="351692"/>
                </a:xfrm>
                <a:prstGeom prst="ellipse">
                  <a:avLst/>
                </a:prstGeom>
                <a:solidFill>
                  <a:srgbClr val="0080FF"/>
                </a:solidFill>
                <a:ln>
                  <a:solidFill>
                    <a:srgbClr val="008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" name="椭圆 11"/>
                <p:cNvSpPr/>
                <p:nvPr/>
              </p:nvSpPr>
              <p:spPr>
                <a:xfrm>
                  <a:off x="2845776" y="3109543"/>
                  <a:ext cx="351692" cy="351692"/>
                </a:xfrm>
                <a:prstGeom prst="ellipse">
                  <a:avLst/>
                </a:prstGeom>
                <a:solidFill>
                  <a:srgbClr val="FF6666"/>
                </a:solidFill>
                <a:ln>
                  <a:solidFill>
                    <a:srgbClr val="FF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" name="椭圆 12"/>
                <p:cNvSpPr/>
                <p:nvPr/>
              </p:nvSpPr>
              <p:spPr>
                <a:xfrm>
                  <a:off x="3868616" y="2554374"/>
                  <a:ext cx="351692" cy="351692"/>
                </a:xfrm>
                <a:prstGeom prst="ellipse">
                  <a:avLst/>
                </a:prstGeom>
                <a:solidFill>
                  <a:srgbClr val="0080FF"/>
                </a:solidFill>
                <a:ln>
                  <a:solidFill>
                    <a:srgbClr val="008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" name="椭圆 13"/>
                <p:cNvSpPr/>
                <p:nvPr/>
              </p:nvSpPr>
              <p:spPr>
                <a:xfrm>
                  <a:off x="1820008" y="3417276"/>
                  <a:ext cx="351692" cy="351692"/>
                </a:xfrm>
                <a:prstGeom prst="ellipse">
                  <a:avLst/>
                </a:prstGeom>
                <a:solidFill>
                  <a:srgbClr val="0080FF"/>
                </a:solidFill>
                <a:ln>
                  <a:solidFill>
                    <a:srgbClr val="008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椭圆 14"/>
                <p:cNvSpPr/>
                <p:nvPr/>
              </p:nvSpPr>
              <p:spPr>
                <a:xfrm>
                  <a:off x="4220308" y="3780690"/>
                  <a:ext cx="351692" cy="351692"/>
                </a:xfrm>
                <a:prstGeom prst="ellipse">
                  <a:avLst/>
                </a:prstGeom>
                <a:solidFill>
                  <a:srgbClr val="0080FF"/>
                </a:solidFill>
                <a:ln>
                  <a:solidFill>
                    <a:srgbClr val="008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" name="椭圆 15"/>
                <p:cNvSpPr/>
                <p:nvPr/>
              </p:nvSpPr>
              <p:spPr>
                <a:xfrm>
                  <a:off x="3053861" y="4768361"/>
                  <a:ext cx="351692" cy="351692"/>
                </a:xfrm>
                <a:prstGeom prst="ellipse">
                  <a:avLst/>
                </a:prstGeom>
                <a:solidFill>
                  <a:srgbClr val="0080FF"/>
                </a:solidFill>
                <a:ln>
                  <a:solidFill>
                    <a:srgbClr val="008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椭圆 16"/>
                <p:cNvSpPr/>
                <p:nvPr/>
              </p:nvSpPr>
              <p:spPr>
                <a:xfrm>
                  <a:off x="2036884" y="4249615"/>
                  <a:ext cx="351692" cy="351692"/>
                </a:xfrm>
                <a:prstGeom prst="ellipse">
                  <a:avLst/>
                </a:prstGeom>
                <a:solidFill>
                  <a:srgbClr val="FF6666"/>
                </a:solidFill>
                <a:ln>
                  <a:solidFill>
                    <a:srgbClr val="FF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" name="椭圆 17"/>
                <p:cNvSpPr/>
                <p:nvPr/>
              </p:nvSpPr>
              <p:spPr>
                <a:xfrm>
                  <a:off x="4709746" y="3235569"/>
                  <a:ext cx="351692" cy="351692"/>
                </a:xfrm>
                <a:prstGeom prst="ellipse">
                  <a:avLst/>
                </a:prstGeom>
                <a:solidFill>
                  <a:srgbClr val="FF6666"/>
                </a:solidFill>
                <a:ln>
                  <a:solidFill>
                    <a:srgbClr val="FF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9" name="直接连接符 18"/>
                <p:cNvCxnSpPr>
                  <a:stCxn id="10" idx="7"/>
                  <a:endCxn id="11" idx="2"/>
                </p:cNvCxnSpPr>
                <p:nvPr/>
              </p:nvCxnSpPr>
              <p:spPr>
                <a:xfrm flipV="1">
                  <a:off x="1961934" y="2007576"/>
                  <a:ext cx="730601" cy="514567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>
                  <a:stCxn id="11" idx="6"/>
                  <a:endCxn id="13" idx="1"/>
                </p:cNvCxnSpPr>
                <p:nvPr/>
              </p:nvCxnSpPr>
              <p:spPr>
                <a:xfrm>
                  <a:off x="3044227" y="2007576"/>
                  <a:ext cx="875893" cy="598302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>
                  <a:stCxn id="12" idx="2"/>
                  <a:endCxn id="14" idx="6"/>
                </p:cNvCxnSpPr>
                <p:nvPr/>
              </p:nvCxnSpPr>
              <p:spPr>
                <a:xfrm flipH="1">
                  <a:off x="2171700" y="3285389"/>
                  <a:ext cx="674076" cy="307733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/>
                <p:nvPr/>
              </p:nvCxnSpPr>
              <p:spPr>
                <a:xfrm>
                  <a:off x="1871512" y="2834054"/>
                  <a:ext cx="158262" cy="594946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接连接符 22"/>
                <p:cNvCxnSpPr>
                  <a:stCxn id="16" idx="0"/>
                  <a:endCxn id="12" idx="4"/>
                </p:cNvCxnSpPr>
                <p:nvPr/>
              </p:nvCxnSpPr>
              <p:spPr>
                <a:xfrm flipH="1" flipV="1">
                  <a:off x="3021622" y="3461235"/>
                  <a:ext cx="208085" cy="1307126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>
                  <a:stCxn id="17" idx="6"/>
                  <a:endCxn id="16" idx="2"/>
                </p:cNvCxnSpPr>
                <p:nvPr/>
              </p:nvCxnSpPr>
              <p:spPr>
                <a:xfrm>
                  <a:off x="2388576" y="4425461"/>
                  <a:ext cx="665285" cy="518746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>
                  <a:stCxn id="12" idx="6"/>
                  <a:endCxn id="15" idx="2"/>
                </p:cNvCxnSpPr>
                <p:nvPr/>
              </p:nvCxnSpPr>
              <p:spPr>
                <a:xfrm>
                  <a:off x="3197468" y="3285389"/>
                  <a:ext cx="1022840" cy="671147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/>
                <p:cNvCxnSpPr>
                  <a:stCxn id="15" idx="6"/>
                  <a:endCxn id="18" idx="4"/>
                </p:cNvCxnSpPr>
                <p:nvPr/>
              </p:nvCxnSpPr>
              <p:spPr>
                <a:xfrm flipV="1">
                  <a:off x="4572000" y="3587261"/>
                  <a:ext cx="313592" cy="369275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/>
                <p:cNvCxnSpPr>
                  <a:stCxn id="13" idx="5"/>
                  <a:endCxn id="18" idx="1"/>
                </p:cNvCxnSpPr>
                <p:nvPr/>
              </p:nvCxnSpPr>
              <p:spPr>
                <a:xfrm>
                  <a:off x="4168804" y="2854562"/>
                  <a:ext cx="592445" cy="432512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连接符 27"/>
                <p:cNvCxnSpPr>
                  <a:stCxn id="17" idx="6"/>
                  <a:endCxn id="15" idx="2"/>
                </p:cNvCxnSpPr>
                <p:nvPr/>
              </p:nvCxnSpPr>
              <p:spPr>
                <a:xfrm flipV="1">
                  <a:off x="2388576" y="3956536"/>
                  <a:ext cx="1831732" cy="468925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" name="直接箭头连接符 7"/>
              <p:cNvCxnSpPr/>
              <p:nvPr/>
            </p:nvCxnSpPr>
            <p:spPr>
              <a:xfrm flipV="1">
                <a:off x="7057046" y="2764936"/>
                <a:ext cx="1752264" cy="2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文本框 28"/>
                <p:cNvSpPr txBox="1"/>
                <p:nvPr/>
              </p:nvSpPr>
              <p:spPr>
                <a:xfrm>
                  <a:off x="7134411" y="2496790"/>
                  <a:ext cx="3768051" cy="96815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CN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</m:acc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mr>
                              <m:m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</m:acc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>
            <p:sp>
              <p:nvSpPr>
                <p:cNvPr id="29" name="文本框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4411" y="2496790"/>
                  <a:ext cx="3768051" cy="96815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文本框 31"/>
            <p:cNvSpPr txBox="1"/>
            <p:nvPr/>
          </p:nvSpPr>
          <p:spPr>
            <a:xfrm>
              <a:off x="5020405" y="4906108"/>
              <a:ext cx="452803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 </a:t>
              </a:r>
              <a:r>
                <a:rPr lang="en-US" altLang="zh-CN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Uniformity of interaction</a:t>
              </a:r>
              <a:endPara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8174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13</Words>
  <Application>Microsoft Office PowerPoint</Application>
  <PresentationFormat>宽屏</PresentationFormat>
  <Paragraphs>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zyj</dc:creator>
  <cp:lastModifiedBy>admin</cp:lastModifiedBy>
  <cp:revision>40</cp:revision>
  <dcterms:created xsi:type="dcterms:W3CDTF">2023-11-26T23:50:50Z</dcterms:created>
  <dcterms:modified xsi:type="dcterms:W3CDTF">2025-08-14T01:24:06Z</dcterms:modified>
</cp:coreProperties>
</file>